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DBMS PRESENTATION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DE7FF"/>
                </a:solidFill>
                <a:latin typeface="Aptos"/>
              </a:rPr>
              <a:t>Exam Scheduling and Result Processing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B8C7E8"/>
                </a:solidFill>
                <a:latin typeface="Aptos"/>
              </a:rPr>
              <a:t>Frontend &amp; Backend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703320"/>
            <a:ext cx="5760720" cy="38404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3739896"/>
            <a:ext cx="5760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HTML • CSS • JavaScript • Flask •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"/>
              </a:rPr>
              <a:t>A DBMS web application connecting a user-friendly interface to a relational database.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244A"/>
                </a:solidFill>
                <a:latin typeface="Aptos"/>
              </a:rPr>
              <a:t>1. Frontend–Backend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How the application connects the browser, Flask and MySQL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0175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9968"/>
            <a:ext cx="26060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2606039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HTML forms
CSS styling
Jinja templates
JavaScript interactions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0175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828800"/>
            <a:ext cx="73152" cy="2331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029968"/>
            <a:ext cx="26060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Flask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87168"/>
            <a:ext cx="2606039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Routes
Request handling
Validation
SQL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828800"/>
            <a:ext cx="30175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1828800"/>
            <a:ext cx="73152" cy="2331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029968"/>
            <a:ext cx="26060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MySQL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487168"/>
            <a:ext cx="2606039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Relational tables
Primary/foreign keys
Persistent data
CRUD queries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49039" y="2697480"/>
            <a:ext cx="640080" cy="5029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680960" y="2697480"/>
            <a:ext cx="640080" cy="5029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80060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6244A"/>
                </a:solidFill>
                <a:latin typeface="Aptos"/>
              </a:rPr>
              <a:t>Browser → HTTP request → Flask route → SQL query → MySQL → Flask response → HTML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244A"/>
                </a:solidFill>
                <a:latin typeface="Aptos"/>
              </a:rPr>
              <a:t>2. Frontend: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The frontend provides the forms and controls used to interact with the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HTML + Jinja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3017520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Separate pages for Students, Courses, Exams, Rooms, Schedule and Results.
Jinja inserts database records into templates.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2331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09928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67128"/>
            <a:ext cx="3017520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Card-based layout
Responsive forms
Navigation sidebar
Clear CRUD buttons
Success/error messages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73152" cy="2331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09928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User 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67128"/>
            <a:ext cx="3017520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INSERT through forms
UPDATE through editable fields
DELETE through action buttons
SELECT through displayed records</a:t>
            </a:r>
          </a:p>
        </p:txBody>
      </p:sp>
      <p:pic>
        <p:nvPicPr>
          <p:cNvPr id="17" name="Picture 16" descr="ui_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51960"/>
            <a:ext cx="10332720" cy="6199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40480" y="635508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Example: Student management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244A"/>
                </a:solidFill>
                <a:latin typeface="Aptos"/>
              </a:rPr>
              <a:t>3. Backend: Python Flask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Flask acts as the application layer between the UI and MySQL.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37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206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2926079" cy="3401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Examples:
/students
/courses
/exams
/schedule
/results
Each route handles a module.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4206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18488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Database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75688"/>
            <a:ext cx="2926079" cy="3401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Flask receives form data and executes SQL.
INSERT → add record
SELECT → display records
UPDATE → edit record
DELETE → remove 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337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73152" cy="4206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618488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75688"/>
            <a:ext cx="2926079" cy="3401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render_template() sends data to Jinja templates.
The backend passes database results to HTML and returns the rendered page to the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244A"/>
                </a:solidFill>
                <a:latin typeface="Aptos"/>
              </a:rPr>
              <a:t>4. Backend–Database Connectivity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Flask connects to the MySQL database named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577840" cy="35661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502920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Aptos"/>
              </a:rPr>
              <a:t>DB_CONFIG = {
    "host": "localhost",
    "user": "flaskuser",
    "password": "********",
    "database": "project"
}
db = mysql.connector.connect(**DB_CONFIG)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417320"/>
            <a:ext cx="4480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12280" y="1417320"/>
            <a:ext cx="73152" cy="3566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618488"/>
            <a:ext cx="4069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Why this connection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75688"/>
            <a:ext cx="4069080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• Data persists in MySQL
• Multiple pages use the same database
• CRUD actions directly affect stored records
• Relationships are maintained by database 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C2626"/>
                </a:solidFill>
                <a:latin typeface="Aptos"/>
              </a:rPr>
              <a:t>Security note: credentials should be stored in environment variables in a production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6244A"/>
                </a:solidFill>
                <a:latin typeface="Aptos"/>
              </a:rPr>
              <a:t>5. CRUD Flow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The same frontend-to-backend pattern is used across all major modules.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3258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53896"/>
            <a:ext cx="1325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INSERT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453896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Form submits new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426464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453896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Flask executes INSERT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426464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45389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New row stored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31720"/>
            <a:ext cx="1325880" cy="38404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68296"/>
            <a:ext cx="1325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SELECT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368296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Page requests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40863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368296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Flask executes SELECT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40863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6829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Rows displayed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46120"/>
            <a:ext cx="132588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82696"/>
            <a:ext cx="1325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282696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User edits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255263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282696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Flask executes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255263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28269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Existing row changed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160520"/>
            <a:ext cx="132588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197096"/>
            <a:ext cx="1325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197096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User clicks Delete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169663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4197096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Flask executes DELETE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4169663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9709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Row removed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5074920"/>
            <a:ext cx="8503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0" y="5074920"/>
            <a:ext cx="73152" cy="868680"/>
          </a:xfrm>
          <a:prstGeom prst="rect">
            <a:avLst/>
          </a:prstGeom>
          <a:solidFill>
            <a:srgbClr val="16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5276088"/>
            <a:ext cx="8092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Modules using CRUD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733288"/>
            <a:ext cx="8092440" cy="64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Students • Courses • Exams • Rooms • Exam Schedule •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6.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DE7FF"/>
                </a:solidFill>
                <a:latin typeface="Aptos"/>
              </a:rPr>
              <a:t>Frontend + Backend +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3108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42316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24328"/>
            <a:ext cx="2697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81528"/>
            <a:ext cx="2697479" cy="1252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Provides a clear interface for users to perform CRUD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23160"/>
            <a:ext cx="3108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2423160"/>
            <a:ext cx="73152" cy="2057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624328"/>
            <a:ext cx="2697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81528"/>
            <a:ext cx="2697479" cy="1252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Flask connects user actions to application logic and SQL queries.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423160"/>
            <a:ext cx="3108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423160"/>
            <a:ext cx="73152" cy="2057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624328"/>
            <a:ext cx="2697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44A"/>
                </a:solidFill>
                <a:latin typeface="Aptos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081528"/>
            <a:ext cx="2697479" cy="1252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MySQL stores structured examination data and relationships.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749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Aptos"/>
              </a:rPr>
              <a:t>The project demonstrates how a relational DBMS can be integrated into a complete web application.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8978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B8C7E8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